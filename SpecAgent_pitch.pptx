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dea" id="{f210df00-cc6a-20df-a976-a4a87240125c}">
          <p14:sldIdLst>
            <p14:sldId id="256"/>
            <p14:sldId id="257"/>
            <p14:sldId id="258"/>
          </p14:sldIdLst>
        </p14:section>
        <p14:section name="Proof" id="{1d50f4ea-54f5-de8e-3706-9328b55049bc}">
          <p14:sldIdLst>
            <p14:sldId id="259"/>
            <p14:sldId id="260"/>
            <p14:sldId id="261"/>
          </p14:sldIdLst>
        </p14:section>
        <p14:section name="Close" id="{2d6bf3d6-9871-fb9b-5ea0-dfb3f7b57408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SpecAgent negotiates with suppliers by e-mail on the buyer's side: price increases, renewals, RFQs, raw-material and quality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controls prices, term sheets, accept/walk decisions, claims and deadlines. The model profiles suppliers, extracts what they said and writes the e-mail text. Every model call has a deadline and a code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spec/lab.py plays strategy variants (anchor depth, concession pace, closing rules, term order) on practice cases and records every game. The agent picks the best proven strategy per case from learned_playbook.json, with safety rules: a variant only replaces base if it gains and loses no case by more than 0.05.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spec/replay.py replays games against recorded ones: suppliers answer identical e-mails identically, so only diverging games need a live practice session. Experiments become nearly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Code-only: base strategy 0.665, learned picks 0.716, leave-one-out (picks tested on unseen cases) 0.682. Case wins: P02 0.507, P08 0.593, P18 0.513, P01 0.859.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204 passed, 1 skipped (opt-in hosted smoke test). Ruff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negotiation adds to the experiment log and sharpens the playbook. Next: more cases and model-mode sweeps.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1051560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7548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280160"/>
            <a:ext cx="1051560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Spec</a:t>
            </a:r>
            <a:r>
              <a:rPr lang="en-US" sz="8000" b="1" dirty="0">
                <a:solidFill>
                  <a:schemeClr val="accent1"/>
                </a:solidFill>
              </a:rPr>
              <a:t>Agent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754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An AI buyer that negotiates supplier deals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Code</a:t>
            </a:r>
            <a:r>
              <a:rPr lang="en-US" sz="8000" b="1" dirty="0">
                <a:solidFill>
                  <a:schemeClr val="bg1"/>
                </a:solidFill>
              </a:rPr>
              <a:t> decides.</a:t>
            </a:r>
            <a:endParaRPr lang="en-US" sz="8000" dirty="0"/>
          </a:p>
          <a:p>
            <a:pPr algn="l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Model writes.</a:t>
            </a:r>
            <a:endParaRPr lang="en-US" sz="8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4754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It </a:t>
            </a:r>
            <a:r>
              <a:rPr lang="en-US" sz="8000" b="1" dirty="0">
                <a:solidFill>
                  <a:schemeClr val="accent1"/>
                </a:solidFill>
              </a:rPr>
              <a:t>learns</a:t>
            </a:r>
            <a:r>
              <a:rPr lang="en-US" sz="8000" b="1" dirty="0">
                <a:solidFill>
                  <a:schemeClr val="bg1"/>
                </a:solidFill>
              </a:rPr>
              <a:t> its strategy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754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19 strategies · 239 games · 10 cases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28016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0" b="1" dirty="0">
                <a:solidFill>
                  <a:schemeClr val="accent1"/>
                </a:solidFill>
              </a:rPr>
              <a:t>88/88</a:t>
            </a:r>
            <a:endParaRPr lang="en-US" sz="1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replays reproduced exactly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28016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0" b="1" dirty="0">
                <a:solidFill>
                  <a:schemeClr val="accent1"/>
                </a:solidFill>
              </a:rPr>
              <a:t>+8%</a:t>
            </a:r>
            <a:endParaRPr lang="en-US" sz="1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deal score  ·  0.665 → 0.716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28016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0" b="1" dirty="0">
                <a:solidFill>
                  <a:schemeClr val="accent1"/>
                </a:solidFill>
              </a:rPr>
              <a:t>204</a:t>
            </a:r>
            <a:endParaRPr lang="en-US" sz="1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tests passing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Better deals,</a:t>
            </a:r>
            <a:endParaRPr lang="en-US" sz="8000" dirty="0"/>
          </a:p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every game.</a:t>
            </a:r>
            <a:endParaRPr lang="en-US" sz="8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4754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cAgent Black">
  <a:themeElements>
    <a:clrScheme name="SpecAgent Black">
      <a:dk1>
        <a:srgbClr val="000000"/>
      </a:dk1>
      <a:lt1>
        <a:srgbClr val="FFFFFF"/>
      </a:lt1>
      <a:dk2>
        <a:srgbClr val="000000"/>
      </a:dk2>
      <a:lt2>
        <a:srgbClr val="8C8C8C"/>
      </a:lt2>
      <a:accent1>
        <a:srgbClr val="2BFF88"/>
      </a:accent1>
      <a:accent2>
        <a:srgbClr val="FFFFFF"/>
      </a:accent2>
      <a:accent3>
        <a:srgbClr val="8C8C8C"/>
      </a:accent3>
      <a:accent4>
        <a:srgbClr val="2BFF88"/>
      </a:accent4>
      <a:accent5>
        <a:srgbClr val="FFFFFF"/>
      </a:accent5>
      <a:accent6>
        <a:srgbClr val="8C8C8C"/>
      </a:accent6>
      <a:hlink>
        <a:srgbClr val="2BFF88"/>
      </a:hlink>
      <a:folHlink>
        <a:srgbClr val="2BFF88"/>
      </a:folHlink>
    </a:clrScheme>
    <a:fontScheme name="SpecAgent Blac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SpecAgent</dc:title>
  <dc:subject>PptxGenJS Presentation</dc:subject>
  <dc:creator>Kartik Krishnan</dc:creator>
  <cp:lastModifiedBy>Kartik Krishnan</cp:lastModifiedBy>
  <cp:revision>1</cp:revision>
  <dcterms:created xsi:type="dcterms:W3CDTF">2026-10-11T07:33:51Z</dcterms:created>
  <dcterms:modified xsi:type="dcterms:W3CDTF">2026-10-11T07:33:51Z</dcterms:modified>
</cp:coreProperties>
</file>